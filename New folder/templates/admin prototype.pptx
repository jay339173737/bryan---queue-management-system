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0D27-2883-2DA8-B34C-3963E5C13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4C755-00CF-F167-A2B4-7FA142EBA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06D1E-78AE-C6B5-79EB-7EAB4A40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397E4-286D-9333-C1E6-6D748C194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77BC4-AF62-DA3F-0BAE-DA4CBC16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7167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BA41-DB04-B10A-B36F-701F6924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79A8-E574-1271-5C96-B038693BF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4232A-569E-1A79-5890-A363EAB7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46ECB-B5DB-42A3-4104-71882751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9768-4408-A8E3-9696-3C7EAF77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114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1976-F2B4-9BEF-5208-FC9A41EB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9D949-CE49-0ACE-1D6D-88790CF9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9522F-1769-4765-51CE-63E833AC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DE47-6742-4C47-7CD8-84CFF762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6E299-605A-9E41-DB32-92C6B946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688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412C-27E0-710D-BAA4-A83322D8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D233-4DCA-6477-4FB0-39159001C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FECCD-875D-6E19-3D63-6C4AD412E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ACCD8-6CE0-658D-4819-30653377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49BA3-095C-44AC-F49C-E2AFB933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9207E-5BB2-DBAF-1003-552D02AB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852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DE67-BD6A-D0BB-2113-2417C529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A5819-A14F-88ED-B69C-9D64E9698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7B372-9EE6-0DE5-1A2C-80B8A5B16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A1BC-B89B-EC54-7E6C-BEEF30979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0A76A-3D9D-A9FB-E1FA-25AEEF199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22E358-389A-8A5C-B1FF-17B51F02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BA75D-F45E-8FBA-7296-E1D613A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05B483-04B3-90F2-32FD-B7178593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705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FFC1-129A-121A-8940-F39B3DED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CB1F6-750A-031E-51DA-11CC15B1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CDDB3-E696-001A-4305-A3939E38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C3815-BC45-17B5-1FD2-A5C75F1E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993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C4A5E-1E0F-6D1E-D5F5-66160D29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608A3-A167-579E-11D7-0F3E9D3FD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01B26-C021-E14C-989D-724EC1CE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332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F19F-78E9-F1A5-304C-6633EB5F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7CF27-2171-02FB-AF3A-EFAE9955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A617D-0E78-0B6F-FFA5-2DA6246AF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FCD4B-DF43-CB25-0BA1-7DDA4639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03502-84BD-3756-0366-CDCBBB5D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4A082-5619-EF52-EEAB-C2A3B083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4408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78EC-EA4B-CF1E-8BD7-F14FD44F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032A8-1E8A-A78D-862B-7E52ADA2D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54D12-5C62-C749-4613-E2203D72D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C4A2F-3EC0-60B4-B5A1-704F881B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59FEE-963E-AA15-0488-35EB4BD1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CBFFF-C21B-1114-D2F7-0F514391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104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289E-44D4-5FCC-2A50-5D092F43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37CAE-B26C-8EEB-70DC-A8C4E86FB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15B1A-3FDD-5EF2-C941-96BD8763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07D6-4EB2-5FAC-5B0B-02978179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6810-E6FC-4EEC-05CD-353EB030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423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7A52F-99AE-F393-9CFA-1C7B48753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0F8AD-995D-6F6A-F507-7D8F5F8FE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4249C-2732-FCC1-D80E-2CEA08F0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F3399-F027-2878-FE85-C72B8738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145C9-BA90-04AB-DC38-97334B1F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0017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BB0B7-4E72-20E6-F38E-AEA34CB32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62360-32A0-9084-D72D-AB5A86365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058D-6705-E8F5-1F41-0041B65A2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AABCD-1C6D-4979-BB13-8DC5B931A167}" type="datetimeFigureOut">
              <a:rPr lang="en-PH" smtClean="0"/>
              <a:t>24/11/2025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B5235-E4B8-81DF-4A2A-E645A4FC7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2A90D-6177-9303-FC65-CAD52C91E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926F4-DA32-4116-BF79-F0E7A1AC4C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043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5410BC-5B22-A80D-5AEE-7BDA1CAB10A4}"/>
              </a:ext>
            </a:extLst>
          </p:cNvPr>
          <p:cNvSpPr/>
          <p:nvPr/>
        </p:nvSpPr>
        <p:spPr>
          <a:xfrm>
            <a:off x="154004" y="231007"/>
            <a:ext cx="2396691" cy="6487427"/>
          </a:xfrm>
          <a:prstGeom prst="roundRect">
            <a:avLst>
              <a:gd name="adj" fmla="val 12915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6AD992-D3F1-A26F-88B1-B070DA41E33F}"/>
              </a:ext>
            </a:extLst>
          </p:cNvPr>
          <p:cNvSpPr/>
          <p:nvPr/>
        </p:nvSpPr>
        <p:spPr>
          <a:xfrm>
            <a:off x="2717532" y="231007"/>
            <a:ext cx="3378468" cy="6487427"/>
          </a:xfrm>
          <a:prstGeom prst="roundRect">
            <a:avLst>
              <a:gd name="adj" fmla="val 327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F832F0-756F-5AFC-5F86-5498BA6667C0}"/>
              </a:ext>
            </a:extLst>
          </p:cNvPr>
          <p:cNvSpPr/>
          <p:nvPr/>
        </p:nvSpPr>
        <p:spPr>
          <a:xfrm>
            <a:off x="6262837" y="231007"/>
            <a:ext cx="5775159" cy="6487427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" name="Picture 7" descr="A green and white logo&#10;&#10;AI-generated content may be incorrect.">
            <a:extLst>
              <a:ext uri="{FF2B5EF4-FFF2-40B4-BE49-F238E27FC236}">
                <a16:creationId xmlns:a16="http://schemas.microsoft.com/office/drawing/2014/main" id="{D739CE89-2A62-FD6F-1D89-2FF097690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14" y="716797"/>
            <a:ext cx="909070" cy="90907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45BF37-1A21-F430-666E-ADF1C0995309}"/>
              </a:ext>
            </a:extLst>
          </p:cNvPr>
          <p:cNvCxnSpPr/>
          <p:nvPr/>
        </p:nvCxnSpPr>
        <p:spPr>
          <a:xfrm>
            <a:off x="370572" y="2473693"/>
            <a:ext cx="19635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29693E-EB61-6D3A-082B-919DD708812C}"/>
              </a:ext>
            </a:extLst>
          </p:cNvPr>
          <p:cNvSpPr txBox="1"/>
          <p:nvPr/>
        </p:nvSpPr>
        <p:spPr>
          <a:xfrm>
            <a:off x="670562" y="2104361"/>
            <a:ext cx="196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panel</a:t>
            </a:r>
            <a:endParaRPr lang="en-PH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42A496-E4B1-4843-B94C-470619793493}"/>
              </a:ext>
            </a:extLst>
          </p:cNvPr>
          <p:cNvSpPr/>
          <p:nvPr/>
        </p:nvSpPr>
        <p:spPr>
          <a:xfrm>
            <a:off x="448906" y="2867794"/>
            <a:ext cx="1806884" cy="525646"/>
          </a:xfrm>
          <a:prstGeom prst="roundRect">
            <a:avLst>
              <a:gd name="adj" fmla="val 12915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7E04DB-ECE6-C277-9CA9-D47CA2B09C59}"/>
              </a:ext>
            </a:extLst>
          </p:cNvPr>
          <p:cNvSpPr/>
          <p:nvPr/>
        </p:nvSpPr>
        <p:spPr>
          <a:xfrm>
            <a:off x="448906" y="3605730"/>
            <a:ext cx="1806884" cy="525646"/>
          </a:xfrm>
          <a:prstGeom prst="roundRect">
            <a:avLst>
              <a:gd name="adj" fmla="val 12915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DFE244-1AE1-A76A-989B-DD536BA2AAF3}"/>
              </a:ext>
            </a:extLst>
          </p:cNvPr>
          <p:cNvSpPr/>
          <p:nvPr/>
        </p:nvSpPr>
        <p:spPr>
          <a:xfrm>
            <a:off x="464685" y="5769810"/>
            <a:ext cx="1806884" cy="525646"/>
          </a:xfrm>
          <a:prstGeom prst="roundRect">
            <a:avLst>
              <a:gd name="adj" fmla="val 12915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59C7C-D8DC-BB35-9ECD-E93270BFD811}"/>
              </a:ext>
            </a:extLst>
          </p:cNvPr>
          <p:cNvSpPr txBox="1"/>
          <p:nvPr/>
        </p:nvSpPr>
        <p:spPr>
          <a:xfrm>
            <a:off x="774847" y="2934080"/>
            <a:ext cx="110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</a:t>
            </a:r>
            <a:endParaRPr lang="en-PH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21E27-1048-8421-34A2-D5FBE38248F8}"/>
              </a:ext>
            </a:extLst>
          </p:cNvPr>
          <p:cNvSpPr txBox="1"/>
          <p:nvPr/>
        </p:nvSpPr>
        <p:spPr>
          <a:xfrm>
            <a:off x="918950" y="3683887"/>
            <a:ext cx="898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History</a:t>
            </a:r>
            <a:endParaRPr lang="en-P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523D82-9F4A-DE07-3252-821CBC829AEC}"/>
              </a:ext>
            </a:extLst>
          </p:cNvPr>
          <p:cNvSpPr txBox="1"/>
          <p:nvPr/>
        </p:nvSpPr>
        <p:spPr>
          <a:xfrm>
            <a:off x="897814" y="5847967"/>
            <a:ext cx="898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Logout</a:t>
            </a:r>
            <a:endParaRPr lang="en-PH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FE46C4-F156-9CBA-8DF9-2EB5533F9CCF}"/>
              </a:ext>
            </a:extLst>
          </p:cNvPr>
          <p:cNvSpPr/>
          <p:nvPr/>
        </p:nvSpPr>
        <p:spPr>
          <a:xfrm>
            <a:off x="2954971" y="939142"/>
            <a:ext cx="2956549" cy="2330437"/>
          </a:xfrm>
          <a:prstGeom prst="roundRect">
            <a:avLst>
              <a:gd name="adj" fmla="val 3276"/>
            </a:avLst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C6196F-7D64-97C3-71FB-52BD921B6621}"/>
              </a:ext>
            </a:extLst>
          </p:cNvPr>
          <p:cNvSpPr/>
          <p:nvPr/>
        </p:nvSpPr>
        <p:spPr>
          <a:xfrm>
            <a:off x="2954971" y="3559275"/>
            <a:ext cx="2956549" cy="803029"/>
          </a:xfrm>
          <a:prstGeom prst="roundRect">
            <a:avLst>
              <a:gd name="adj" fmla="val 3276"/>
            </a:avLst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2575E-4C8B-ED8F-FE76-411F08878E7C}"/>
              </a:ext>
            </a:extLst>
          </p:cNvPr>
          <p:cNvSpPr txBox="1"/>
          <p:nvPr/>
        </p:nvSpPr>
        <p:spPr>
          <a:xfrm>
            <a:off x="3032801" y="3605730"/>
            <a:ext cx="12110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NOW SERVING</a:t>
            </a:r>
            <a:endParaRPr lang="en-PH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AE418E-FC5D-F1ED-CC48-84EC764CD0FC}"/>
              </a:ext>
            </a:extLst>
          </p:cNvPr>
          <p:cNvSpPr txBox="1"/>
          <p:nvPr/>
        </p:nvSpPr>
        <p:spPr>
          <a:xfrm>
            <a:off x="2954971" y="586448"/>
            <a:ext cx="2300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CURRENT NUMBER</a:t>
            </a:r>
            <a:endParaRPr lang="en-PH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E06BA1-80B4-BA9C-3F74-966A41210657}"/>
              </a:ext>
            </a:extLst>
          </p:cNvPr>
          <p:cNvSpPr txBox="1"/>
          <p:nvPr/>
        </p:nvSpPr>
        <p:spPr>
          <a:xfrm>
            <a:off x="4080978" y="1588034"/>
            <a:ext cx="325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/>
              <a:t>1</a:t>
            </a:r>
            <a:endParaRPr lang="en-PH" sz="7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BDE8CF-D226-5BF7-E7CA-2EBE8B079BB8}"/>
              </a:ext>
            </a:extLst>
          </p:cNvPr>
          <p:cNvSpPr txBox="1"/>
          <p:nvPr/>
        </p:nvSpPr>
        <p:spPr>
          <a:xfrm>
            <a:off x="3826121" y="1364724"/>
            <a:ext cx="1214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NOW SERVING</a:t>
            </a:r>
            <a:endParaRPr lang="en-PH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A1D6C0-6F22-816C-8AFF-088E9C8CDBA5}"/>
              </a:ext>
            </a:extLst>
          </p:cNvPr>
          <p:cNvSpPr txBox="1"/>
          <p:nvPr/>
        </p:nvSpPr>
        <p:spPr>
          <a:xfrm>
            <a:off x="3502370" y="3882729"/>
            <a:ext cx="1861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 / Jayrold Barreto</a:t>
            </a:r>
            <a:endParaRPr lang="en-PH" sz="1600" b="1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F1E514E-2E2F-1508-D7BE-12026F9EF690}"/>
              </a:ext>
            </a:extLst>
          </p:cNvPr>
          <p:cNvSpPr/>
          <p:nvPr/>
        </p:nvSpPr>
        <p:spPr>
          <a:xfrm>
            <a:off x="2993885" y="5219571"/>
            <a:ext cx="2878719" cy="5582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D894DB-191D-BD01-80B5-E979107E17A1}"/>
              </a:ext>
            </a:extLst>
          </p:cNvPr>
          <p:cNvSpPr/>
          <p:nvPr/>
        </p:nvSpPr>
        <p:spPr>
          <a:xfrm>
            <a:off x="2993885" y="5918858"/>
            <a:ext cx="2878719" cy="558266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B7C0467-7742-6247-EF23-2D6D5C5759C4}"/>
              </a:ext>
            </a:extLst>
          </p:cNvPr>
          <p:cNvSpPr/>
          <p:nvPr/>
        </p:nvSpPr>
        <p:spPr>
          <a:xfrm>
            <a:off x="2993885" y="4498282"/>
            <a:ext cx="2878719" cy="5582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AB98830-F037-2CFE-9889-B8D80B51E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416593"/>
              </p:ext>
            </p:extLst>
          </p:nvPr>
        </p:nvGraphicFramePr>
        <p:xfrm>
          <a:off x="6464300" y="431801"/>
          <a:ext cx="5446038" cy="217921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02762">
                  <a:extLst>
                    <a:ext uri="{9D8B030D-6E8A-4147-A177-3AD203B41FA5}">
                      <a16:colId xmlns:a16="http://schemas.microsoft.com/office/drawing/2014/main" val="700629301"/>
                    </a:ext>
                  </a:extLst>
                </a:gridCol>
                <a:gridCol w="917004">
                  <a:extLst>
                    <a:ext uri="{9D8B030D-6E8A-4147-A177-3AD203B41FA5}">
                      <a16:colId xmlns:a16="http://schemas.microsoft.com/office/drawing/2014/main" val="909461724"/>
                    </a:ext>
                  </a:extLst>
                </a:gridCol>
                <a:gridCol w="906568">
                  <a:extLst>
                    <a:ext uri="{9D8B030D-6E8A-4147-A177-3AD203B41FA5}">
                      <a16:colId xmlns:a16="http://schemas.microsoft.com/office/drawing/2014/main" val="976912529"/>
                    </a:ext>
                  </a:extLst>
                </a:gridCol>
                <a:gridCol w="906568">
                  <a:extLst>
                    <a:ext uri="{9D8B030D-6E8A-4147-A177-3AD203B41FA5}">
                      <a16:colId xmlns:a16="http://schemas.microsoft.com/office/drawing/2014/main" val="1591182647"/>
                    </a:ext>
                  </a:extLst>
                </a:gridCol>
                <a:gridCol w="906568">
                  <a:extLst>
                    <a:ext uri="{9D8B030D-6E8A-4147-A177-3AD203B41FA5}">
                      <a16:colId xmlns:a16="http://schemas.microsoft.com/office/drawing/2014/main" val="3232239536"/>
                    </a:ext>
                  </a:extLst>
                </a:gridCol>
                <a:gridCol w="906568">
                  <a:extLst>
                    <a:ext uri="{9D8B030D-6E8A-4147-A177-3AD203B41FA5}">
                      <a16:colId xmlns:a16="http://schemas.microsoft.com/office/drawing/2014/main" val="192871854"/>
                    </a:ext>
                  </a:extLst>
                </a:gridCol>
              </a:tblGrid>
              <a:tr h="568161">
                <a:tc>
                  <a:txBody>
                    <a:bodyPr/>
                    <a:lstStyle/>
                    <a:p>
                      <a:r>
                        <a:rPr lang="en-US" sz="1050" dirty="0"/>
                        <a:t>Ticket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NAME</a:t>
                      </a:r>
                      <a:endParaRPr lang="en-PH" sz="105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STUDENT ID</a:t>
                      </a:r>
                      <a:endParaRPr lang="en-PH" sz="105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ROLE</a:t>
                      </a:r>
                      <a:endParaRPr lang="en-PH" sz="105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Reason</a:t>
                      </a:r>
                      <a:endParaRPr lang="en-PH" sz="105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Created</a:t>
                      </a:r>
                      <a:endParaRPr lang="en-PH" sz="105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96663540"/>
                  </a:ext>
                </a:extLst>
              </a:tr>
              <a:tr h="6966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Ian</a:t>
                      </a:r>
                      <a:endParaRPr lang="en-P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1234-123-4</a:t>
                      </a:r>
                      <a:endParaRPr lang="en-P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Student</a:t>
                      </a:r>
                      <a:endParaRPr lang="en-P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Enrollment</a:t>
                      </a:r>
                      <a:endParaRPr lang="en-P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923835"/>
                  </a:ext>
                </a:extLst>
              </a:tr>
              <a:tr h="83402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Jayrold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1234-123-4</a:t>
                      </a:r>
                      <a:endParaRPr lang="en-PH" sz="1800" dirty="0"/>
                    </a:p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Documents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22233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8A11375-6550-72F8-B635-09F5D2DFCF9E}"/>
              </a:ext>
            </a:extLst>
          </p:cNvPr>
          <p:cNvSpPr txBox="1"/>
          <p:nvPr/>
        </p:nvSpPr>
        <p:spPr>
          <a:xfrm>
            <a:off x="3581351" y="4623526"/>
            <a:ext cx="1703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Recall  (1/3)</a:t>
            </a:r>
            <a:endParaRPr lang="en-PH" sz="14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CA8A53-5A1A-808F-BFA8-C5586D8CB964}"/>
              </a:ext>
            </a:extLst>
          </p:cNvPr>
          <p:cNvSpPr txBox="1"/>
          <p:nvPr/>
        </p:nvSpPr>
        <p:spPr>
          <a:xfrm>
            <a:off x="3502370" y="5323999"/>
            <a:ext cx="1685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No – Show Next </a:t>
            </a:r>
            <a:endParaRPr lang="en-PH" sz="1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C7E542-A5CA-FB62-A260-9BA08DF7CDE8}"/>
              </a:ext>
            </a:extLst>
          </p:cNvPr>
          <p:cNvSpPr txBox="1"/>
          <p:nvPr/>
        </p:nvSpPr>
        <p:spPr>
          <a:xfrm>
            <a:off x="3692818" y="6028714"/>
            <a:ext cx="1480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Serve Next</a:t>
            </a:r>
            <a:endParaRPr lang="en-PH" sz="1600" b="1" dirty="0"/>
          </a:p>
        </p:txBody>
      </p:sp>
    </p:spTree>
    <p:extLst>
      <p:ext uri="{BB962C8B-B14F-4D97-AF65-F5344CB8AC3E}">
        <p14:creationId xmlns:p14="http://schemas.microsoft.com/office/powerpoint/2010/main" val="240284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43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Ablania</dc:creator>
  <cp:lastModifiedBy>Ian Ablania</cp:lastModifiedBy>
  <cp:revision>1</cp:revision>
  <dcterms:created xsi:type="dcterms:W3CDTF">2025-11-24T11:17:17Z</dcterms:created>
  <dcterms:modified xsi:type="dcterms:W3CDTF">2025-11-24T12:21:11Z</dcterms:modified>
</cp:coreProperties>
</file>